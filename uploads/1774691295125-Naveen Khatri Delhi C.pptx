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6" r:id="rId2"/>
    <p:sldId id="257" r:id="rId3"/>
    <p:sldId id="266" r:id="rId4"/>
    <p:sldId id="267" r:id="rId5"/>
    <p:sldId id="258" r:id="rId6"/>
    <p:sldId id="259" r:id="rId7"/>
    <p:sldId id="260" r:id="rId8"/>
    <p:sldId id="261" r:id="rId9"/>
    <p:sldId id="268" r:id="rId10"/>
    <p:sldId id="264"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87FDFFD1-443D-E544-8022-33B49B1D7B17}">
          <p14:sldIdLst>
            <p14:sldId id="256"/>
            <p14:sldId id="257"/>
          </p14:sldIdLst>
        </p14:section>
        <p14:section name="Default Section" id="{145CB478-5F69-E643-B614-2D334FE9A5C9}">
          <p14:sldIdLst/>
        </p14:section>
        <p14:section name="Main PPT" id="{1827A5E1-2882-DD48-AF71-74C99C50AABA}">
          <p14:sldIdLst>
            <p14:sldId id="266"/>
            <p14:sldId id="267"/>
          </p14:sldIdLst>
        </p14:section>
        <p14:section name="Untitled Section" id="{836319E9-9579-A34D-B136-E3816768B5ED}">
          <p14:sldIdLst>
            <p14:sldId id="258"/>
            <p14:sldId id="259"/>
            <p14:sldId id="260"/>
            <p14:sldId id="261"/>
            <p14:sldId id="268"/>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9356" autoAdjust="0"/>
    <p:restoredTop sz="94660"/>
  </p:normalViewPr>
  <p:slideViewPr>
    <p:cSldViewPr snapToGrid="0">
      <p:cViewPr varScale="1">
        <p:scale>
          <a:sx n="96" d="100"/>
          <a:sy n="96" d="100"/>
        </p:scale>
        <p:origin x="437"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CDCD2C8-FBE6-6C43-9A18-80661E326F31}" type="datetimeFigureOut">
              <a:rPr lang="en-US" smtClean="0"/>
              <a:t>10/10/2025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7717B07-2B4D-E04A-8504-176B0810587E}" type="slidenum">
              <a:rPr lang="en-US" smtClean="0"/>
              <a:t>‹#›</a:t>
            </a:fld>
            <a:endParaRPr lang="en-US"/>
          </a:p>
        </p:txBody>
      </p:sp>
    </p:spTree>
    <p:extLst>
      <p:ext uri="{BB962C8B-B14F-4D97-AF65-F5344CB8AC3E}">
        <p14:creationId xmlns:p14="http://schemas.microsoft.com/office/powerpoint/2010/main" val="21961494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5265592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Title and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2344613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42941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ection Hea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7" name="Straight Connector 6"/>
          <p:cNvCxnSpPr/>
          <p:nvPr userDrawn="1"/>
        </p:nvCxnSpPr>
        <p:spPr>
          <a:xfrm>
            <a:off x="1566089" y="1979305"/>
            <a:ext cx="0" cy="26268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 name="Text Placeholder 10"/>
          <p:cNvSpPr>
            <a:spLocks noGrp="1"/>
          </p:cNvSpPr>
          <p:nvPr>
            <p:ph type="body" sz="quarter" idx="10" hasCustomPrompt="1"/>
          </p:nvPr>
        </p:nvSpPr>
        <p:spPr>
          <a:xfrm>
            <a:off x="1774699" y="1979305"/>
            <a:ext cx="8283702" cy="790883"/>
          </a:xfrm>
          <a:prstGeom prst="rect">
            <a:avLst/>
          </a:prstGeom>
        </p:spPr>
        <p:txBody>
          <a:bodyPr anchor="b" anchorCtr="0">
            <a:normAutofit/>
          </a:bodyPr>
          <a:lstStyle>
            <a:lvl1pPr>
              <a:defRPr sz="3600">
                <a:latin typeface="+mj-lt"/>
              </a:defRPr>
            </a:lvl1pPr>
          </a:lstStyle>
          <a:p>
            <a:pPr lvl="0"/>
            <a:r>
              <a:rPr lang="en-US" dirty="0"/>
              <a:t>Click to edit Master title style</a:t>
            </a:r>
            <a:endParaRPr lang="en-IN" dirty="0"/>
          </a:p>
        </p:txBody>
      </p:sp>
      <p:sp>
        <p:nvSpPr>
          <p:cNvPr id="13" name="Text Placeholder 12"/>
          <p:cNvSpPr>
            <a:spLocks noGrp="1"/>
          </p:cNvSpPr>
          <p:nvPr>
            <p:ph type="body" sz="quarter" idx="11" hasCustomPrompt="1"/>
          </p:nvPr>
        </p:nvSpPr>
        <p:spPr>
          <a:xfrm>
            <a:off x="1755648" y="2843213"/>
            <a:ext cx="8302753" cy="1993900"/>
          </a:xfrm>
          <a:prstGeom prst="rect">
            <a:avLst/>
          </a:prstGeom>
        </p:spPr>
        <p:txBody>
          <a:bodyPr>
            <a:noAutofit/>
          </a:bodyPr>
          <a:lstStyle>
            <a:lvl1pPr marL="342900" marR="0" indent="-342900" algn="l" defTabSz="914400" rtl="0" eaLnBrk="1" fontAlgn="auto" latinLnBrk="0" hangingPunct="1">
              <a:lnSpc>
                <a:spcPct val="90000"/>
              </a:lnSpc>
              <a:spcBef>
                <a:spcPts val="1000"/>
              </a:spcBef>
              <a:spcAft>
                <a:spcPts val="0"/>
              </a:spcAft>
              <a:buClrTx/>
              <a:buSzTx/>
              <a:buFont typeface="Arial" panose="020B0604020202020204" pitchFamily="34" charset="0"/>
              <a:buChar char="•"/>
              <a:tabLst/>
              <a:defRPr sz="2000"/>
            </a:lvl1pPr>
          </a:lstStyle>
          <a:p>
            <a:pPr lvl="0"/>
            <a:r>
              <a:rPr lang="en-US" dirty="0"/>
              <a:t>Click to edit Master title style</a:t>
            </a:r>
          </a:p>
          <a:p>
            <a:pPr marL="342900" marR="0" lvl="0" indent="-342900" algn="l" defTabSz="914400" rtl="0" eaLnBrk="1" fontAlgn="auto" latinLnBrk="0" hangingPunct="1">
              <a:lnSpc>
                <a:spcPct val="90000"/>
              </a:lnSpc>
              <a:spcBef>
                <a:spcPts val="1000"/>
              </a:spcBef>
              <a:spcAft>
                <a:spcPts val="0"/>
              </a:spcAft>
              <a:buClrTx/>
              <a:buSzTx/>
              <a:tabLst/>
              <a:defRPr/>
            </a:pPr>
            <a:r>
              <a:rPr lang="en-US" dirty="0"/>
              <a:t>Click to edit Master title style</a:t>
            </a:r>
            <a:endParaRPr lang="en-IN" dirty="0"/>
          </a:p>
          <a:p>
            <a:pPr marL="342900" marR="0" lvl="0" indent="-342900" algn="l" defTabSz="914400" rtl="0" eaLnBrk="1" fontAlgn="auto" latinLnBrk="0" hangingPunct="1">
              <a:lnSpc>
                <a:spcPct val="90000"/>
              </a:lnSpc>
              <a:spcBef>
                <a:spcPts val="1000"/>
              </a:spcBef>
              <a:spcAft>
                <a:spcPts val="0"/>
              </a:spcAft>
              <a:buClrTx/>
              <a:buSzTx/>
              <a:tabLst/>
              <a:defRPr/>
            </a:pPr>
            <a:r>
              <a:rPr lang="en-US" dirty="0"/>
              <a:t>Click to edit Master title style</a:t>
            </a:r>
            <a:endParaRPr lang="en-IN" dirty="0"/>
          </a:p>
          <a:p>
            <a:pPr marL="342900" marR="0" lvl="0" indent="-342900" algn="l" defTabSz="914400" rtl="0" eaLnBrk="1" fontAlgn="auto" latinLnBrk="0" hangingPunct="1">
              <a:lnSpc>
                <a:spcPct val="90000"/>
              </a:lnSpc>
              <a:spcBef>
                <a:spcPts val="1000"/>
              </a:spcBef>
              <a:spcAft>
                <a:spcPts val="0"/>
              </a:spcAft>
              <a:buClrTx/>
              <a:buSzTx/>
              <a:tabLst/>
              <a:defRPr/>
            </a:pPr>
            <a:r>
              <a:rPr lang="en-US" dirty="0"/>
              <a:t>Click to edit Master title style</a:t>
            </a:r>
            <a:endParaRPr lang="en-IN" dirty="0"/>
          </a:p>
          <a:p>
            <a:pPr marL="342900" marR="0" lvl="0" indent="-342900" algn="l" defTabSz="914400" rtl="0" eaLnBrk="1" fontAlgn="auto" latinLnBrk="0" hangingPunct="1">
              <a:lnSpc>
                <a:spcPct val="90000"/>
              </a:lnSpc>
              <a:spcBef>
                <a:spcPts val="1000"/>
              </a:spcBef>
              <a:spcAft>
                <a:spcPts val="0"/>
              </a:spcAft>
              <a:buClrTx/>
              <a:buSzTx/>
              <a:tabLst/>
              <a:defRPr/>
            </a:pPr>
            <a:r>
              <a:rPr lang="en-US" dirty="0"/>
              <a:t>Click to edit Master title style</a:t>
            </a:r>
            <a:endParaRPr lang="en-IN" dirty="0"/>
          </a:p>
        </p:txBody>
      </p:sp>
    </p:spTree>
    <p:extLst>
      <p:ext uri="{BB962C8B-B14F-4D97-AF65-F5344CB8AC3E}">
        <p14:creationId xmlns:p14="http://schemas.microsoft.com/office/powerpoint/2010/main" val="36078011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8" name="Straight Connector 7"/>
          <p:cNvCxnSpPr/>
          <p:nvPr userDrawn="1"/>
        </p:nvCxnSpPr>
        <p:spPr>
          <a:xfrm>
            <a:off x="1566089" y="2006737"/>
            <a:ext cx="0" cy="240981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 Placeholder 14"/>
          <p:cNvSpPr>
            <a:spLocks noGrp="1"/>
          </p:cNvSpPr>
          <p:nvPr>
            <p:ph type="body" sz="quarter" idx="10" hasCustomPrompt="1"/>
          </p:nvPr>
        </p:nvSpPr>
        <p:spPr>
          <a:xfrm>
            <a:off x="1779397" y="2006737"/>
            <a:ext cx="7539038" cy="646738"/>
          </a:xfrm>
          <a:prstGeom prst="rect">
            <a:avLst/>
          </a:prstGeom>
        </p:spPr>
        <p:txBody>
          <a:bodyPr anchor="b" anchorCtr="0">
            <a:normAutofit/>
          </a:bodyPr>
          <a:lstStyle>
            <a:lvl1pPr>
              <a:defRPr sz="3600" baseline="0">
                <a:latin typeface="+mj-lt"/>
              </a:defRPr>
            </a:lvl1pPr>
          </a:lstStyle>
          <a:p>
            <a:pPr lvl="0"/>
            <a:r>
              <a:rPr lang="en-IN" dirty="0"/>
              <a:t>Click to edit Master title style</a:t>
            </a:r>
          </a:p>
        </p:txBody>
      </p:sp>
      <p:sp>
        <p:nvSpPr>
          <p:cNvPr id="16" name="Text Placeholder 14"/>
          <p:cNvSpPr>
            <a:spLocks noGrp="1"/>
          </p:cNvSpPr>
          <p:nvPr>
            <p:ph type="body" sz="quarter" idx="11"/>
          </p:nvPr>
        </p:nvSpPr>
        <p:spPr>
          <a:xfrm>
            <a:off x="1779397" y="2715988"/>
            <a:ext cx="3889883" cy="3026444"/>
          </a:xfrm>
          <a:prstGeom prst="rect">
            <a:avLst/>
          </a:prstGeom>
        </p:spPr>
        <p:txBody>
          <a:bodyPr>
            <a:noAutofit/>
          </a:bodyPr>
          <a:lstStyle>
            <a:lvl1pPr marL="342900" indent="-342900">
              <a:buFont typeface="Arial" panose="020B0604020202020204" pitchFamily="34" charset="0"/>
              <a:buChar char="•"/>
              <a:defRPr sz="1800"/>
            </a:lvl1pPr>
          </a:lstStyle>
          <a:p>
            <a:pPr lvl="0"/>
            <a:r>
              <a:rPr lang="en-US" dirty="0"/>
              <a:t>Edit Master text styles</a:t>
            </a:r>
          </a:p>
          <a:p>
            <a:pPr lvl="0"/>
            <a:r>
              <a:rPr lang="en-US" dirty="0"/>
              <a:t>Second level</a:t>
            </a:r>
          </a:p>
          <a:p>
            <a:pPr lvl="0"/>
            <a:r>
              <a:rPr lang="en-US" dirty="0"/>
              <a:t>Third level</a:t>
            </a:r>
          </a:p>
          <a:p>
            <a:pPr lvl="0"/>
            <a:r>
              <a:rPr lang="en-US" dirty="0"/>
              <a:t>Fourth level</a:t>
            </a:r>
          </a:p>
          <a:p>
            <a:pPr lvl="0"/>
            <a:r>
              <a:rPr lang="en-US" dirty="0"/>
              <a:t>Fifth level</a:t>
            </a:r>
            <a:endParaRPr lang="en-IN" dirty="0"/>
          </a:p>
        </p:txBody>
      </p:sp>
      <p:sp>
        <p:nvSpPr>
          <p:cNvPr id="17" name="Text Placeholder 14"/>
          <p:cNvSpPr>
            <a:spLocks noGrp="1"/>
          </p:cNvSpPr>
          <p:nvPr>
            <p:ph type="body" sz="quarter" idx="12"/>
          </p:nvPr>
        </p:nvSpPr>
        <p:spPr>
          <a:xfrm>
            <a:off x="5760085" y="2715988"/>
            <a:ext cx="3558350" cy="3026444"/>
          </a:xfrm>
          <a:prstGeom prst="rect">
            <a:avLst/>
          </a:prstGeom>
        </p:spPr>
        <p:txBody>
          <a:bodyPr>
            <a:normAutofit/>
          </a:bodyPr>
          <a:lstStyle>
            <a:lvl1pPr marL="285750" indent="-285750">
              <a:buFont typeface="Arial" panose="020B0604020202020204" pitchFamily="34" charset="0"/>
              <a:buChar char="•"/>
              <a:defRPr sz="1800"/>
            </a:lvl1pPr>
          </a:lstStyle>
          <a:p>
            <a:pPr lvl="0"/>
            <a:r>
              <a:rPr lang="en-US" dirty="0"/>
              <a:t>Edit Master text styles</a:t>
            </a:r>
          </a:p>
          <a:p>
            <a:pPr lvl="0"/>
            <a:r>
              <a:rPr lang="en-US" dirty="0"/>
              <a:t>Second level</a:t>
            </a:r>
          </a:p>
          <a:p>
            <a:pPr lvl="0"/>
            <a:r>
              <a:rPr lang="en-US" dirty="0"/>
              <a:t>Third level</a:t>
            </a:r>
          </a:p>
          <a:p>
            <a:pPr lvl="0"/>
            <a:r>
              <a:rPr lang="en-US" dirty="0"/>
              <a:t>Fourth level</a:t>
            </a:r>
          </a:p>
          <a:p>
            <a:pPr lvl="0"/>
            <a:r>
              <a:rPr lang="en-US" dirty="0"/>
              <a:t>Fifth level</a:t>
            </a:r>
            <a:endParaRPr lang="en-IN" dirty="0"/>
          </a:p>
        </p:txBody>
      </p:sp>
    </p:spTree>
    <p:extLst>
      <p:ext uri="{BB962C8B-B14F-4D97-AF65-F5344CB8AC3E}">
        <p14:creationId xmlns:p14="http://schemas.microsoft.com/office/powerpoint/2010/main" val="19453102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10" name="Straight Connector 9"/>
          <p:cNvCxnSpPr/>
          <p:nvPr userDrawn="1"/>
        </p:nvCxnSpPr>
        <p:spPr>
          <a:xfrm>
            <a:off x="1566089" y="2011679"/>
            <a:ext cx="0" cy="237029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 name="Text Placeholder 14"/>
          <p:cNvSpPr>
            <a:spLocks noGrp="1"/>
          </p:cNvSpPr>
          <p:nvPr>
            <p:ph type="body" sz="quarter" idx="10" hasCustomPrompt="1"/>
          </p:nvPr>
        </p:nvSpPr>
        <p:spPr>
          <a:xfrm>
            <a:off x="1779396" y="2011679"/>
            <a:ext cx="9017635" cy="641795"/>
          </a:xfrm>
          <a:prstGeom prst="rect">
            <a:avLst/>
          </a:prstGeom>
        </p:spPr>
        <p:txBody>
          <a:bodyPr anchor="b" anchorCtr="0">
            <a:normAutofit/>
          </a:bodyPr>
          <a:lstStyle>
            <a:lvl1pPr>
              <a:defRPr sz="3600" baseline="0">
                <a:latin typeface="+mj-lt"/>
              </a:defRPr>
            </a:lvl1pPr>
          </a:lstStyle>
          <a:p>
            <a:pPr lvl="0"/>
            <a:r>
              <a:rPr lang="en-IN" dirty="0"/>
              <a:t>Click to edit Master title style</a:t>
            </a:r>
          </a:p>
        </p:txBody>
      </p:sp>
      <p:sp>
        <p:nvSpPr>
          <p:cNvPr id="16" name="Text Placeholder 14"/>
          <p:cNvSpPr>
            <a:spLocks noGrp="1"/>
          </p:cNvSpPr>
          <p:nvPr>
            <p:ph type="body" sz="quarter" idx="11"/>
          </p:nvPr>
        </p:nvSpPr>
        <p:spPr>
          <a:xfrm>
            <a:off x="1779397" y="2715988"/>
            <a:ext cx="2957195" cy="3026444"/>
          </a:xfrm>
          <a:prstGeom prst="rect">
            <a:avLst/>
          </a:prstGeom>
        </p:spPr>
        <p:txBody>
          <a:bodyPr>
            <a:noAutofit/>
          </a:bodyPr>
          <a:lstStyle>
            <a:lvl1pPr marL="342900" indent="-342900">
              <a:buFont typeface="Arial" panose="020B0604020202020204" pitchFamily="34" charset="0"/>
              <a:buChar char="•"/>
              <a:defRPr sz="1800"/>
            </a:lvl1pPr>
          </a:lstStyle>
          <a:p>
            <a:pPr lvl="0"/>
            <a:r>
              <a:rPr lang="en-US" dirty="0"/>
              <a:t>Edit Master text styles</a:t>
            </a:r>
          </a:p>
          <a:p>
            <a:pPr lvl="0"/>
            <a:r>
              <a:rPr lang="en-US" dirty="0"/>
              <a:t>Second level</a:t>
            </a:r>
          </a:p>
          <a:p>
            <a:pPr lvl="0"/>
            <a:r>
              <a:rPr lang="en-US" dirty="0"/>
              <a:t>Third level</a:t>
            </a:r>
          </a:p>
          <a:p>
            <a:pPr lvl="0"/>
            <a:r>
              <a:rPr lang="en-US" dirty="0"/>
              <a:t>Fourth level</a:t>
            </a:r>
          </a:p>
          <a:p>
            <a:pPr lvl="0"/>
            <a:r>
              <a:rPr lang="en-US" dirty="0"/>
              <a:t>Fifth level</a:t>
            </a:r>
            <a:endParaRPr lang="en-IN" dirty="0"/>
          </a:p>
        </p:txBody>
      </p:sp>
      <p:sp>
        <p:nvSpPr>
          <p:cNvPr id="18" name="Text Placeholder 14"/>
          <p:cNvSpPr>
            <a:spLocks noGrp="1"/>
          </p:cNvSpPr>
          <p:nvPr>
            <p:ph type="body" sz="quarter" idx="12"/>
          </p:nvPr>
        </p:nvSpPr>
        <p:spPr>
          <a:xfrm>
            <a:off x="4803013" y="2715988"/>
            <a:ext cx="2957195" cy="3026444"/>
          </a:xfrm>
          <a:prstGeom prst="rect">
            <a:avLst/>
          </a:prstGeom>
        </p:spPr>
        <p:txBody>
          <a:bodyPr>
            <a:noAutofit/>
          </a:bodyPr>
          <a:lstStyle>
            <a:lvl1pPr marL="342900" indent="-342900">
              <a:buFont typeface="Arial" panose="020B0604020202020204" pitchFamily="34" charset="0"/>
              <a:buChar char="•"/>
              <a:defRPr sz="1800"/>
            </a:lvl1pPr>
          </a:lstStyle>
          <a:p>
            <a:pPr lvl="0"/>
            <a:r>
              <a:rPr lang="en-US" dirty="0"/>
              <a:t>Edit Master text styles</a:t>
            </a:r>
          </a:p>
          <a:p>
            <a:pPr lvl="0"/>
            <a:r>
              <a:rPr lang="en-US" dirty="0"/>
              <a:t>Second level</a:t>
            </a:r>
          </a:p>
          <a:p>
            <a:pPr lvl="0"/>
            <a:r>
              <a:rPr lang="en-US" dirty="0"/>
              <a:t>Third level</a:t>
            </a:r>
          </a:p>
          <a:p>
            <a:pPr lvl="0"/>
            <a:r>
              <a:rPr lang="en-US" dirty="0"/>
              <a:t>Fourth level</a:t>
            </a:r>
          </a:p>
          <a:p>
            <a:pPr lvl="0"/>
            <a:r>
              <a:rPr lang="en-US" dirty="0"/>
              <a:t>Fifth level</a:t>
            </a:r>
            <a:endParaRPr lang="en-IN" dirty="0"/>
          </a:p>
        </p:txBody>
      </p:sp>
      <p:sp>
        <p:nvSpPr>
          <p:cNvPr id="19" name="Text Placeholder 14"/>
          <p:cNvSpPr>
            <a:spLocks noGrp="1"/>
          </p:cNvSpPr>
          <p:nvPr>
            <p:ph type="body" sz="quarter" idx="13"/>
          </p:nvPr>
        </p:nvSpPr>
        <p:spPr>
          <a:xfrm>
            <a:off x="7839837" y="2715988"/>
            <a:ext cx="2957195" cy="3026444"/>
          </a:xfrm>
          <a:prstGeom prst="rect">
            <a:avLst/>
          </a:prstGeom>
        </p:spPr>
        <p:txBody>
          <a:bodyPr>
            <a:noAutofit/>
          </a:bodyPr>
          <a:lstStyle>
            <a:lvl1pPr marL="342900" indent="-342900">
              <a:buFont typeface="Arial" panose="020B0604020202020204" pitchFamily="34" charset="0"/>
              <a:buChar char="•"/>
              <a:defRPr sz="1800"/>
            </a:lvl1pPr>
          </a:lstStyle>
          <a:p>
            <a:pPr lvl="0"/>
            <a:r>
              <a:rPr lang="en-US" dirty="0"/>
              <a:t>Edit Master text styles</a:t>
            </a:r>
          </a:p>
          <a:p>
            <a:pPr lvl="0"/>
            <a:r>
              <a:rPr lang="en-US" dirty="0"/>
              <a:t>Second level</a:t>
            </a:r>
          </a:p>
          <a:p>
            <a:pPr lvl="0"/>
            <a:r>
              <a:rPr lang="en-US" dirty="0"/>
              <a:t>Third level</a:t>
            </a:r>
          </a:p>
          <a:p>
            <a:pPr lvl="0"/>
            <a:r>
              <a:rPr lang="en-US" dirty="0"/>
              <a:t>Fourth level</a:t>
            </a:r>
          </a:p>
          <a:p>
            <a:pPr lvl="0"/>
            <a:r>
              <a:rPr lang="en-US" dirty="0"/>
              <a:t>Fifth level</a:t>
            </a:r>
            <a:endParaRPr lang="en-IN" dirty="0"/>
          </a:p>
        </p:txBody>
      </p:sp>
    </p:spTree>
    <p:extLst>
      <p:ext uri="{BB962C8B-B14F-4D97-AF65-F5344CB8AC3E}">
        <p14:creationId xmlns:p14="http://schemas.microsoft.com/office/powerpoint/2010/main" val="4249724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cxnSp>
        <p:nvCxnSpPr>
          <p:cNvPr id="6" name="Straight Connector 5"/>
          <p:cNvCxnSpPr/>
          <p:nvPr userDrawn="1"/>
        </p:nvCxnSpPr>
        <p:spPr>
          <a:xfrm>
            <a:off x="4177450" y="1933585"/>
            <a:ext cx="0" cy="26268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 name="Picture Placeholder 11"/>
          <p:cNvSpPr>
            <a:spLocks noGrp="1"/>
          </p:cNvSpPr>
          <p:nvPr>
            <p:ph type="pic" sz="quarter" idx="10"/>
          </p:nvPr>
        </p:nvSpPr>
        <p:spPr>
          <a:xfrm>
            <a:off x="1222375" y="1784350"/>
            <a:ext cx="2714625" cy="3324225"/>
          </a:xfrm>
          <a:prstGeom prst="rect">
            <a:avLst/>
          </a:prstGeom>
        </p:spPr>
        <p:txBody>
          <a:bodyPr/>
          <a:lstStyle/>
          <a:p>
            <a:endParaRPr lang="en-IN"/>
          </a:p>
        </p:txBody>
      </p:sp>
      <p:sp>
        <p:nvSpPr>
          <p:cNvPr id="14" name="Text Placeholder 14"/>
          <p:cNvSpPr>
            <a:spLocks noGrp="1"/>
          </p:cNvSpPr>
          <p:nvPr>
            <p:ph type="body" sz="quarter" idx="11" hasCustomPrompt="1"/>
          </p:nvPr>
        </p:nvSpPr>
        <p:spPr>
          <a:xfrm>
            <a:off x="4417901" y="1784349"/>
            <a:ext cx="7539038" cy="750253"/>
          </a:xfrm>
          <a:prstGeom prst="rect">
            <a:avLst/>
          </a:prstGeom>
        </p:spPr>
        <p:txBody>
          <a:bodyPr anchor="b" anchorCtr="0">
            <a:normAutofit/>
          </a:bodyPr>
          <a:lstStyle>
            <a:lvl1pPr>
              <a:defRPr sz="3600" baseline="0">
                <a:latin typeface="+mj-lt"/>
              </a:defRPr>
            </a:lvl1pPr>
          </a:lstStyle>
          <a:p>
            <a:pPr lvl="0"/>
            <a:r>
              <a:rPr lang="en-IN" dirty="0"/>
              <a:t>Click to edit Master title style</a:t>
            </a:r>
          </a:p>
        </p:txBody>
      </p:sp>
      <p:sp>
        <p:nvSpPr>
          <p:cNvPr id="15" name="Text Placeholder 14"/>
          <p:cNvSpPr>
            <a:spLocks noGrp="1"/>
          </p:cNvSpPr>
          <p:nvPr>
            <p:ph type="body" sz="quarter" idx="12"/>
          </p:nvPr>
        </p:nvSpPr>
        <p:spPr>
          <a:xfrm>
            <a:off x="4417901" y="2597116"/>
            <a:ext cx="3889883" cy="3026444"/>
          </a:xfrm>
          <a:prstGeom prst="rect">
            <a:avLst/>
          </a:prstGeom>
        </p:spPr>
        <p:txBody>
          <a:bodyPr>
            <a:noAutofit/>
          </a:bodyPr>
          <a:lstStyle>
            <a:lvl1pPr marL="342900" indent="-342900">
              <a:buFont typeface="Arial" panose="020B0604020202020204" pitchFamily="34" charset="0"/>
              <a:buChar char="•"/>
              <a:defRPr sz="1800"/>
            </a:lvl1pPr>
          </a:lstStyle>
          <a:p>
            <a:pPr lvl="0"/>
            <a:r>
              <a:rPr lang="en-US" dirty="0"/>
              <a:t>Edit Master text styles</a:t>
            </a:r>
          </a:p>
          <a:p>
            <a:pPr lvl="0"/>
            <a:r>
              <a:rPr lang="en-US" dirty="0"/>
              <a:t>Second level</a:t>
            </a:r>
          </a:p>
          <a:p>
            <a:pPr lvl="0"/>
            <a:r>
              <a:rPr lang="en-US" dirty="0"/>
              <a:t>Third level</a:t>
            </a:r>
          </a:p>
          <a:p>
            <a:pPr lvl="0"/>
            <a:r>
              <a:rPr lang="en-US" dirty="0"/>
              <a:t>Fourth level</a:t>
            </a:r>
          </a:p>
          <a:p>
            <a:pPr lvl="0"/>
            <a:r>
              <a:rPr lang="en-US" dirty="0"/>
              <a:t>Fifth level</a:t>
            </a:r>
            <a:endParaRPr lang="en-IN" dirty="0"/>
          </a:p>
        </p:txBody>
      </p:sp>
      <p:sp>
        <p:nvSpPr>
          <p:cNvPr id="16" name="Text Placeholder 14"/>
          <p:cNvSpPr>
            <a:spLocks noGrp="1"/>
          </p:cNvSpPr>
          <p:nvPr>
            <p:ph type="body" sz="quarter" idx="13"/>
          </p:nvPr>
        </p:nvSpPr>
        <p:spPr>
          <a:xfrm>
            <a:off x="8398589" y="2597116"/>
            <a:ext cx="3558350" cy="3026444"/>
          </a:xfrm>
          <a:prstGeom prst="rect">
            <a:avLst/>
          </a:prstGeom>
        </p:spPr>
        <p:txBody>
          <a:bodyPr>
            <a:normAutofit/>
          </a:bodyPr>
          <a:lstStyle>
            <a:lvl1pPr marL="285750" indent="-285750">
              <a:buFont typeface="Arial" panose="020B0604020202020204" pitchFamily="34" charset="0"/>
              <a:buChar char="•"/>
              <a:defRPr sz="1800"/>
            </a:lvl1pPr>
          </a:lstStyle>
          <a:p>
            <a:pPr lvl="0"/>
            <a:r>
              <a:rPr lang="en-US" dirty="0"/>
              <a:t>Edit Master text styles</a:t>
            </a:r>
          </a:p>
          <a:p>
            <a:pPr lvl="0"/>
            <a:r>
              <a:rPr lang="en-US" dirty="0"/>
              <a:t>Second level</a:t>
            </a:r>
          </a:p>
          <a:p>
            <a:pPr lvl="0"/>
            <a:r>
              <a:rPr lang="en-US" dirty="0"/>
              <a:t>Third level</a:t>
            </a:r>
          </a:p>
          <a:p>
            <a:pPr lvl="0"/>
            <a:r>
              <a:rPr lang="en-US" dirty="0"/>
              <a:t>Fourth level</a:t>
            </a:r>
          </a:p>
          <a:p>
            <a:pPr lvl="0"/>
            <a:r>
              <a:rPr lang="en-US" dirty="0"/>
              <a:t>Fifth level</a:t>
            </a:r>
            <a:endParaRPr lang="en-IN" dirty="0"/>
          </a:p>
        </p:txBody>
      </p:sp>
    </p:spTree>
    <p:extLst>
      <p:ext uri="{BB962C8B-B14F-4D97-AF65-F5344CB8AC3E}">
        <p14:creationId xmlns:p14="http://schemas.microsoft.com/office/powerpoint/2010/main" val="26586631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Blank">
    <p:bg>
      <p:bgRef idx="1001">
        <a:schemeClr val="bg1"/>
      </p:bgRef>
    </p:bg>
    <p:spTree>
      <p:nvGrpSpPr>
        <p:cNvPr id="1" name=""/>
        <p:cNvGrpSpPr/>
        <p:nvPr/>
      </p:nvGrpSpPr>
      <p:grpSpPr>
        <a:xfrm>
          <a:off x="0" y="0"/>
          <a:ext cx="0" cy="0"/>
          <a:chOff x="0" y="0"/>
          <a:chExt cx="0" cy="0"/>
        </a:xfrm>
      </p:grpSpPr>
      <p:sp>
        <p:nvSpPr>
          <p:cNvPr id="25" name="Picture Placeholder 16"/>
          <p:cNvSpPr>
            <a:spLocks noGrp="1"/>
          </p:cNvSpPr>
          <p:nvPr>
            <p:ph type="pic" sz="quarter" idx="17"/>
          </p:nvPr>
        </p:nvSpPr>
        <p:spPr>
          <a:xfrm>
            <a:off x="4114800" y="2935"/>
            <a:ext cx="4044950" cy="3267316"/>
          </a:xfrm>
          <a:prstGeom prst="rect">
            <a:avLst/>
          </a:prstGeom>
        </p:spPr>
        <p:txBody>
          <a:bodyPr/>
          <a:lstStyle/>
          <a:p>
            <a:endParaRPr lang="en-IN" dirty="0"/>
          </a:p>
        </p:txBody>
      </p:sp>
      <p:sp>
        <p:nvSpPr>
          <p:cNvPr id="19" name="Picture Placeholder 18"/>
          <p:cNvSpPr>
            <a:spLocks noGrp="1"/>
          </p:cNvSpPr>
          <p:nvPr>
            <p:ph type="pic" sz="quarter" idx="15"/>
          </p:nvPr>
        </p:nvSpPr>
        <p:spPr>
          <a:xfrm>
            <a:off x="8159750" y="3270250"/>
            <a:ext cx="4032250" cy="3305175"/>
          </a:xfrm>
          <a:prstGeom prst="rect">
            <a:avLst/>
          </a:prstGeom>
        </p:spPr>
        <p:txBody>
          <a:bodyPr/>
          <a:lstStyle/>
          <a:p>
            <a:endParaRPr lang="en-IN"/>
          </a:p>
        </p:txBody>
      </p:sp>
      <p:sp>
        <p:nvSpPr>
          <p:cNvPr id="13" name="Picture Placeholder 12"/>
          <p:cNvSpPr>
            <a:spLocks noGrp="1"/>
          </p:cNvSpPr>
          <p:nvPr>
            <p:ph type="pic" sz="quarter" idx="12"/>
          </p:nvPr>
        </p:nvSpPr>
        <p:spPr>
          <a:xfrm>
            <a:off x="8159750" y="0"/>
            <a:ext cx="4032250" cy="3270250"/>
          </a:xfrm>
          <a:prstGeom prst="rect">
            <a:avLst/>
          </a:prstGeom>
        </p:spPr>
        <p:txBody>
          <a:bodyPr/>
          <a:lstStyle/>
          <a:p>
            <a:endParaRPr lang="en-IN"/>
          </a:p>
        </p:txBody>
      </p:sp>
      <p:sp>
        <p:nvSpPr>
          <p:cNvPr id="17" name="Picture Placeholder 16"/>
          <p:cNvSpPr>
            <a:spLocks noGrp="1"/>
          </p:cNvSpPr>
          <p:nvPr>
            <p:ph type="pic" sz="quarter" idx="14"/>
          </p:nvPr>
        </p:nvSpPr>
        <p:spPr>
          <a:xfrm>
            <a:off x="4079875" y="3270250"/>
            <a:ext cx="4044950" cy="3305175"/>
          </a:xfrm>
          <a:prstGeom prst="rect">
            <a:avLst/>
          </a:prstGeom>
        </p:spPr>
        <p:txBody>
          <a:bodyPr/>
          <a:lstStyle/>
          <a:p>
            <a:endParaRPr lang="en-IN" dirty="0"/>
          </a:p>
        </p:txBody>
      </p:sp>
      <p:sp>
        <p:nvSpPr>
          <p:cNvPr id="9" name="Picture Placeholder 8"/>
          <p:cNvSpPr>
            <a:spLocks noGrp="1"/>
          </p:cNvSpPr>
          <p:nvPr>
            <p:ph type="pic" sz="quarter" idx="10"/>
          </p:nvPr>
        </p:nvSpPr>
        <p:spPr>
          <a:xfrm>
            <a:off x="0" y="0"/>
            <a:ext cx="4079875" cy="3270250"/>
          </a:xfrm>
          <a:prstGeom prst="rect">
            <a:avLst/>
          </a:prstGeom>
        </p:spPr>
        <p:txBody>
          <a:bodyPr/>
          <a:lstStyle/>
          <a:p>
            <a:endParaRPr lang="en-IN" dirty="0"/>
          </a:p>
        </p:txBody>
      </p:sp>
      <p:sp>
        <p:nvSpPr>
          <p:cNvPr id="15" name="Picture Placeholder 14"/>
          <p:cNvSpPr>
            <a:spLocks noGrp="1"/>
          </p:cNvSpPr>
          <p:nvPr>
            <p:ph type="pic" sz="quarter" idx="13"/>
          </p:nvPr>
        </p:nvSpPr>
        <p:spPr>
          <a:xfrm>
            <a:off x="0" y="3270250"/>
            <a:ext cx="4079875" cy="3305175"/>
          </a:xfrm>
          <a:prstGeom prst="rect">
            <a:avLst/>
          </a:prstGeom>
        </p:spPr>
        <p:txBody>
          <a:bodyPr/>
          <a:lstStyle/>
          <a:p>
            <a:endParaRPr lang="en-IN" dirty="0"/>
          </a:p>
        </p:txBody>
      </p:sp>
      <p:pic>
        <p:nvPicPr>
          <p:cNvPr id="6" name="Picture 5"/>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6574942"/>
            <a:ext cx="12192000" cy="283058"/>
          </a:xfrm>
          <a:prstGeom prst="rect">
            <a:avLst/>
          </a:prstGeom>
        </p:spPr>
      </p:pic>
      <p:sp>
        <p:nvSpPr>
          <p:cNvPr id="20" name="Title 1"/>
          <p:cNvSpPr txBox="1">
            <a:spLocks/>
          </p:cNvSpPr>
          <p:nvPr userDrawn="1"/>
        </p:nvSpPr>
        <p:spPr>
          <a:xfrm>
            <a:off x="1351146" y="2871144"/>
            <a:ext cx="6693259" cy="63598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tabLst/>
            </a:pPr>
            <a:endParaRPr lang="en-IN" sz="3600" i="1" dirty="0">
              <a:solidFill>
                <a:schemeClr val="tx1"/>
              </a:solidFill>
              <a:latin typeface="Saira SemiBold" pitchFamily="2" charset="0"/>
            </a:endParaRPr>
          </a:p>
        </p:txBody>
      </p:sp>
      <p:sp>
        <p:nvSpPr>
          <p:cNvPr id="24" name="Text Placeholder 23"/>
          <p:cNvSpPr>
            <a:spLocks noGrp="1"/>
          </p:cNvSpPr>
          <p:nvPr>
            <p:ph type="body" sz="quarter" idx="16" hasCustomPrompt="1"/>
          </p:nvPr>
        </p:nvSpPr>
        <p:spPr>
          <a:xfrm>
            <a:off x="1773238" y="2706688"/>
            <a:ext cx="7745666" cy="639762"/>
          </a:xfrm>
          <a:prstGeom prst="rect">
            <a:avLst/>
          </a:prstGeom>
        </p:spPr>
        <p:txBody>
          <a:bodyPr>
            <a:noAutofit/>
          </a:bodyPr>
          <a:lstStyle>
            <a:lvl1pPr>
              <a:defRPr sz="3600" baseline="0">
                <a:latin typeface="+mj-lt"/>
              </a:defRPr>
            </a:lvl1pPr>
          </a:lstStyle>
          <a:p>
            <a:pPr lvl="0"/>
            <a:r>
              <a:rPr lang="en-US" dirty="0"/>
              <a:t>Click to edit Master title Style</a:t>
            </a:r>
            <a:endParaRPr lang="en-IN" dirty="0"/>
          </a:p>
        </p:txBody>
      </p:sp>
    </p:spTree>
    <p:extLst>
      <p:ext uri="{BB962C8B-B14F-4D97-AF65-F5344CB8AC3E}">
        <p14:creationId xmlns:p14="http://schemas.microsoft.com/office/powerpoint/2010/main" val="3939269249"/>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Blank">
    <p:bg>
      <p:bgRef idx="1001">
        <a:schemeClr val="bg1"/>
      </p:bgRef>
    </p:bg>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0" y="0"/>
            <a:ext cx="12192000" cy="6858000"/>
          </a:xfrm>
          <a:prstGeom prst="rect">
            <a:avLst/>
          </a:prstGeom>
        </p:spPr>
        <p:txBody>
          <a:bodyPr/>
          <a:lstStyle/>
          <a:p>
            <a:endParaRPr lang="en-IN"/>
          </a:p>
        </p:txBody>
      </p:sp>
      <p:sp>
        <p:nvSpPr>
          <p:cNvPr id="6" name="Title 1"/>
          <p:cNvSpPr txBox="1">
            <a:spLocks/>
          </p:cNvSpPr>
          <p:nvPr userDrawn="1"/>
        </p:nvSpPr>
        <p:spPr>
          <a:xfrm>
            <a:off x="1455318" y="4954587"/>
            <a:ext cx="6693259" cy="63598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endParaRPr lang="en-IN" sz="3600" i="1" dirty="0">
              <a:solidFill>
                <a:schemeClr val="tx1"/>
              </a:solidFill>
              <a:latin typeface="Saira SemiBold" pitchFamily="2" charset="0"/>
            </a:endParaRPr>
          </a:p>
        </p:txBody>
      </p:sp>
      <p:sp>
        <p:nvSpPr>
          <p:cNvPr id="11" name="Text Placeholder 10"/>
          <p:cNvSpPr>
            <a:spLocks noGrp="1"/>
          </p:cNvSpPr>
          <p:nvPr>
            <p:ph type="body" sz="quarter" idx="11" hasCustomPrompt="1"/>
          </p:nvPr>
        </p:nvSpPr>
        <p:spPr>
          <a:xfrm>
            <a:off x="1801876" y="4899216"/>
            <a:ext cx="7323138" cy="685800"/>
          </a:xfrm>
          <a:prstGeom prst="rect">
            <a:avLst/>
          </a:prstGeom>
        </p:spPr>
        <p:txBody>
          <a:bodyPr>
            <a:normAutofit/>
          </a:bodyPr>
          <a:lstStyle>
            <a:lvl1pPr>
              <a:defRPr sz="3600" baseline="0">
                <a:latin typeface="+mj-lt"/>
              </a:defRPr>
            </a:lvl1pPr>
          </a:lstStyle>
          <a:p>
            <a:pPr lvl="0"/>
            <a:r>
              <a:rPr lang="en-US" dirty="0"/>
              <a:t>Click to edit Master title style</a:t>
            </a:r>
            <a:endParaRPr lang="en-IN" dirty="0"/>
          </a:p>
        </p:txBody>
      </p:sp>
    </p:spTree>
    <p:extLst>
      <p:ext uri="{BB962C8B-B14F-4D97-AF65-F5344CB8AC3E}">
        <p14:creationId xmlns:p14="http://schemas.microsoft.com/office/powerpoint/2010/main" val="2645797348"/>
      </p:ext>
    </p:extLst>
  </p:cSld>
  <p:clrMapOvr>
    <a:overrideClrMapping bg1="lt1" tx1="dk1" bg2="lt2" tx2="dk2" accent1="accent1" accent2="accent2" accent3="accent3" accent4="accent4" accent5="accent5" accent6="accent6" hlink="hlink" folHlink="folHlink"/>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jp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1">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20504953"/>
      </p:ext>
    </p:extLst>
  </p:cSld>
  <p:clrMap bg1="lt1" tx1="dk1" bg2="lt2" tx2="dk2" accent1="accent1" accent2="accent2" accent3="accent3" accent4="accent4" accent5="accent5" accent6="accent6" hlink="hlink" folHlink="folHlink"/>
  <p:sldLayoutIdLst>
    <p:sldLayoutId id="2147483650" r:id="rId1"/>
    <p:sldLayoutId id="2147483657" r:id="rId2"/>
    <p:sldLayoutId id="2147483649" r:id="rId3"/>
    <p:sldLayoutId id="2147483651" r:id="rId4"/>
    <p:sldLayoutId id="2147483652" r:id="rId5"/>
    <p:sldLayoutId id="2147483653" r:id="rId6"/>
    <p:sldLayoutId id="2147483654" r:id="rId7"/>
    <p:sldLayoutId id="2147483655" r:id="rId8"/>
    <p:sldLayoutId id="2147483656" r:id="rId9"/>
  </p:sldLayoutIdLst>
  <p:txStyles>
    <p:titleStyle>
      <a:lvl1pPr algn="l" defTabSz="914400" rtl="0" eaLnBrk="1" latinLnBrk="0" hangingPunct="1">
        <a:lnSpc>
          <a:spcPct val="90000"/>
        </a:lnSpc>
        <a:spcBef>
          <a:spcPct val="0"/>
        </a:spcBef>
        <a:buNone/>
        <a:defRPr sz="4400" i="1" kern="1200">
          <a:solidFill>
            <a:schemeClr val="tx1"/>
          </a:solidFill>
          <a:latin typeface="+mj-lt"/>
          <a:ea typeface="+mj-ea"/>
          <a:cs typeface="+mj-cs"/>
        </a:defRPr>
      </a:lvl1pPr>
    </p:titleStyle>
    <p:bodyStyle>
      <a:lvl1pPr marL="0" indent="0" algn="l" defTabSz="914400" rtl="0" eaLnBrk="1" latinLnBrk="0" hangingPunct="1">
        <a:lnSpc>
          <a:spcPct val="90000"/>
        </a:lnSpc>
        <a:spcBef>
          <a:spcPts val="1000"/>
        </a:spcBef>
        <a:buFontTx/>
        <a:buNone/>
        <a:defRPr sz="1800" i="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2400" i="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2000" i="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800" i="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800" 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image" Target="../media/image4.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7.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0845229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4294967295"/>
          </p:nvPr>
        </p:nvSpPr>
        <p:spPr>
          <a:xfrm>
            <a:off x="934940" y="656507"/>
            <a:ext cx="8210550" cy="747758"/>
          </a:xfrm>
          <a:prstGeom prst="rect">
            <a:avLst/>
          </a:prstGeom>
        </p:spPr>
        <p:txBody>
          <a:bodyPr/>
          <a:lstStyle/>
          <a:p>
            <a:r>
              <a:rPr lang="en-IN" sz="3000" b="1" u="sng" dirty="0"/>
              <a:t>Major Service Issue</a:t>
            </a:r>
          </a:p>
        </p:txBody>
      </p:sp>
      <p:sp>
        <p:nvSpPr>
          <p:cNvPr id="5" name="Text Placeholder 4"/>
          <p:cNvSpPr>
            <a:spLocks noGrp="1"/>
          </p:cNvSpPr>
          <p:nvPr>
            <p:ph type="body" sz="quarter" idx="4294967295"/>
          </p:nvPr>
        </p:nvSpPr>
        <p:spPr>
          <a:xfrm>
            <a:off x="934940" y="1575693"/>
            <a:ext cx="8210550" cy="606552"/>
          </a:xfrm>
          <a:prstGeom prst="rect">
            <a:avLst/>
          </a:prstGeom>
        </p:spPr>
        <p:txBody>
          <a:bodyPr/>
          <a:lstStyle/>
          <a:p>
            <a:r>
              <a:rPr lang="en-IN" b="1" dirty="0"/>
              <a:t>PROBLEM : </a:t>
            </a:r>
            <a:r>
              <a:rPr lang="en-IN" dirty="0" err="1"/>
              <a:t>Cvm</a:t>
            </a:r>
            <a:r>
              <a:rPr lang="en-IN" dirty="0"/>
              <a:t> 1370 y axis </a:t>
            </a:r>
            <a:r>
              <a:rPr lang="en-IN" dirty="0" err="1"/>
              <a:t>lm</a:t>
            </a:r>
            <a:r>
              <a:rPr lang="en-IN" dirty="0"/>
              <a:t> guide replacement take more time and difficulty due to its taper. So how to lift saddle without crane</a:t>
            </a:r>
          </a:p>
        </p:txBody>
      </p:sp>
      <p:sp>
        <p:nvSpPr>
          <p:cNvPr id="2" name="TextBox 1">
            <a:extLst>
              <a:ext uri="{FF2B5EF4-FFF2-40B4-BE49-F238E27FC236}">
                <a16:creationId xmlns:a16="http://schemas.microsoft.com/office/drawing/2014/main" id="{F3DAE45C-6661-B7D9-9905-F6CDE414C177}"/>
              </a:ext>
            </a:extLst>
          </p:cNvPr>
          <p:cNvSpPr txBox="1"/>
          <p:nvPr/>
        </p:nvSpPr>
        <p:spPr>
          <a:xfrm>
            <a:off x="934940" y="2246441"/>
            <a:ext cx="8488978" cy="1477328"/>
          </a:xfrm>
          <a:prstGeom prst="rect">
            <a:avLst/>
          </a:prstGeom>
          <a:noFill/>
        </p:spPr>
        <p:txBody>
          <a:bodyPr wrap="square" rtlCol="0">
            <a:spAutoFit/>
          </a:bodyPr>
          <a:lstStyle/>
          <a:p>
            <a:r>
              <a:rPr lang="en-IN" b="1" i="1" dirty="0"/>
              <a:t>SUGGESTION : </a:t>
            </a:r>
            <a:r>
              <a:rPr lang="en-IN" i="1" dirty="0"/>
              <a:t>Need to install bracket on y axis saddle temporarily with the help of bolting</a:t>
            </a:r>
            <a:endParaRPr lang="en-IN" b="1" i="1" dirty="0"/>
          </a:p>
          <a:p>
            <a:endParaRPr lang="en-IN" b="1" i="1" dirty="0"/>
          </a:p>
          <a:p>
            <a:endParaRPr lang="en-IN" b="1" i="1" dirty="0"/>
          </a:p>
          <a:p>
            <a:r>
              <a:rPr lang="en-IN" b="1" i="1" dirty="0"/>
              <a:t> </a:t>
            </a:r>
          </a:p>
        </p:txBody>
      </p:sp>
      <p:sp>
        <p:nvSpPr>
          <p:cNvPr id="7" name="TextBox 6">
            <a:extLst>
              <a:ext uri="{FF2B5EF4-FFF2-40B4-BE49-F238E27FC236}">
                <a16:creationId xmlns:a16="http://schemas.microsoft.com/office/drawing/2014/main" id="{3BBF9BA2-73C2-7ABB-F982-DA607F53E039}"/>
              </a:ext>
            </a:extLst>
          </p:cNvPr>
          <p:cNvSpPr txBox="1"/>
          <p:nvPr/>
        </p:nvSpPr>
        <p:spPr>
          <a:xfrm>
            <a:off x="934940" y="2985796"/>
            <a:ext cx="8106423" cy="1200329"/>
          </a:xfrm>
          <a:prstGeom prst="rect">
            <a:avLst/>
          </a:prstGeom>
          <a:noFill/>
        </p:spPr>
        <p:txBody>
          <a:bodyPr wrap="square" rtlCol="0">
            <a:spAutoFit/>
          </a:bodyPr>
          <a:lstStyle/>
          <a:p>
            <a:pPr>
              <a:buNone/>
            </a:pPr>
            <a:r>
              <a:rPr lang="en-US" b="1" dirty="0"/>
              <a:t>PROBLEM : For Spindle Fan removal</a:t>
            </a:r>
            <a:r>
              <a:rPr lang="en-US" dirty="0"/>
              <a:t>, first, we need to open the left-side cover.</a:t>
            </a:r>
          </a:p>
          <a:p>
            <a:pPr>
              <a:buNone/>
            </a:pPr>
            <a:br>
              <a:rPr lang="en-US" dirty="0"/>
            </a:br>
            <a:r>
              <a:rPr lang="en-US" b="1" dirty="0"/>
              <a:t>SUGGESTION : </a:t>
            </a:r>
            <a:r>
              <a:rPr lang="en-US" dirty="0"/>
              <a:t>increase the size of the </a:t>
            </a:r>
            <a:r>
              <a:rPr lang="en-US" i="1" dirty="0"/>
              <a:t>acrylic window</a:t>
            </a:r>
            <a:r>
              <a:rPr lang="en-US" dirty="0"/>
              <a:t> of the spindle cover; otherwise, make the cover in two vertical parts.</a:t>
            </a:r>
          </a:p>
        </p:txBody>
      </p:sp>
      <p:pic>
        <p:nvPicPr>
          <p:cNvPr id="9" name="Picture 8">
            <a:extLst>
              <a:ext uri="{FF2B5EF4-FFF2-40B4-BE49-F238E27FC236}">
                <a16:creationId xmlns:a16="http://schemas.microsoft.com/office/drawing/2014/main" id="{AA504CFB-314E-AEE2-A8DB-C829B1A9CCF7}"/>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868820" y="4002833"/>
            <a:ext cx="3258783" cy="2776371"/>
          </a:xfrm>
          <a:prstGeom prst="rect">
            <a:avLst/>
          </a:prstGeom>
        </p:spPr>
      </p:pic>
      <p:pic>
        <p:nvPicPr>
          <p:cNvPr id="11" name="Picture 10">
            <a:extLst>
              <a:ext uri="{FF2B5EF4-FFF2-40B4-BE49-F238E27FC236}">
                <a16:creationId xmlns:a16="http://schemas.microsoft.com/office/drawing/2014/main" id="{FD566CC6-5DE0-81B9-F6D1-36C8FA7494B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380931" y="4152585"/>
            <a:ext cx="3607220" cy="2705415"/>
          </a:xfrm>
          <a:prstGeom prst="rect">
            <a:avLst/>
          </a:prstGeom>
        </p:spPr>
      </p:pic>
    </p:spTree>
    <p:extLst>
      <p:ext uri="{BB962C8B-B14F-4D97-AF65-F5344CB8AC3E}">
        <p14:creationId xmlns:p14="http://schemas.microsoft.com/office/powerpoint/2010/main" val="346818936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549E51-C9E8-C96E-4C01-001C3C22E749}"/>
            </a:ext>
          </a:extLst>
        </p:cNvPr>
        <p:cNvGrpSpPr/>
        <p:nvPr/>
      </p:nvGrpSpPr>
      <p:grpSpPr>
        <a:xfrm>
          <a:off x="0" y="0"/>
          <a:ext cx="0" cy="0"/>
          <a:chOff x="0" y="0"/>
          <a:chExt cx="0" cy="0"/>
        </a:xfrm>
      </p:grpSpPr>
      <p:sp>
        <p:nvSpPr>
          <p:cNvPr id="4" name="Text Placeholder 3">
            <a:extLst>
              <a:ext uri="{FF2B5EF4-FFF2-40B4-BE49-F238E27FC236}">
                <a16:creationId xmlns:a16="http://schemas.microsoft.com/office/drawing/2014/main" id="{E8382163-8F3D-1172-90CC-F069A89AC23A}"/>
              </a:ext>
            </a:extLst>
          </p:cNvPr>
          <p:cNvSpPr>
            <a:spLocks noGrp="1"/>
          </p:cNvSpPr>
          <p:nvPr>
            <p:ph type="body" sz="quarter" idx="4294967295"/>
          </p:nvPr>
        </p:nvSpPr>
        <p:spPr>
          <a:xfrm>
            <a:off x="1364147" y="1370290"/>
            <a:ext cx="8210550" cy="747758"/>
          </a:xfrm>
          <a:prstGeom prst="rect">
            <a:avLst/>
          </a:prstGeom>
        </p:spPr>
        <p:txBody>
          <a:bodyPr/>
          <a:lstStyle/>
          <a:p>
            <a:r>
              <a:rPr lang="en-IN" sz="2000" b="1" dirty="0"/>
              <a:t>PROBLEM : </a:t>
            </a:r>
            <a:r>
              <a:rPr lang="en-IN" sz="2000" dirty="0" err="1"/>
              <a:t>FRC</a:t>
            </a:r>
            <a:r>
              <a:rPr lang="en-IN" sz="2000" dirty="0"/>
              <a:t> Cable Issue</a:t>
            </a:r>
            <a:endParaRPr lang="en-IN" sz="2000" b="1" dirty="0"/>
          </a:p>
          <a:p>
            <a:r>
              <a:rPr lang="en-IN" sz="2000" b="1" dirty="0"/>
              <a:t>SUGGESTION : </a:t>
            </a:r>
            <a:r>
              <a:rPr lang="en-IN" sz="2000" dirty="0"/>
              <a:t>Both side connector quality issue</a:t>
            </a:r>
            <a:endParaRPr lang="en-IN" sz="2000" b="1" dirty="0"/>
          </a:p>
        </p:txBody>
      </p:sp>
      <p:sp>
        <p:nvSpPr>
          <p:cNvPr id="2" name="TextBox 1">
            <a:extLst>
              <a:ext uri="{FF2B5EF4-FFF2-40B4-BE49-F238E27FC236}">
                <a16:creationId xmlns:a16="http://schemas.microsoft.com/office/drawing/2014/main" id="{12937FEC-03BB-034D-0049-2527210EB624}"/>
              </a:ext>
            </a:extLst>
          </p:cNvPr>
          <p:cNvSpPr txBox="1"/>
          <p:nvPr/>
        </p:nvSpPr>
        <p:spPr>
          <a:xfrm>
            <a:off x="1364147" y="2995126"/>
            <a:ext cx="9713168" cy="2246769"/>
          </a:xfrm>
          <a:prstGeom prst="rect">
            <a:avLst/>
          </a:prstGeom>
          <a:noFill/>
        </p:spPr>
        <p:txBody>
          <a:bodyPr wrap="square" rtlCol="0">
            <a:spAutoFit/>
          </a:bodyPr>
          <a:lstStyle/>
          <a:p>
            <a:r>
              <a:rPr lang="en-IN" sz="2000" b="1" i="1" dirty="0"/>
              <a:t>PROBLEM : </a:t>
            </a:r>
            <a:r>
              <a:rPr lang="en-IN" sz="2000" i="1" dirty="0"/>
              <a:t>Axis </a:t>
            </a:r>
            <a:r>
              <a:rPr lang="en-IN" sz="2000" i="1" dirty="0" err="1"/>
              <a:t>Bearring</a:t>
            </a:r>
            <a:r>
              <a:rPr lang="en-IN" sz="2000" i="1" dirty="0"/>
              <a:t> Failure Issue</a:t>
            </a:r>
          </a:p>
          <a:p>
            <a:endParaRPr lang="en-IN" sz="2000" i="1" dirty="0"/>
          </a:p>
          <a:p>
            <a:r>
              <a:rPr lang="en-IN" sz="2000" b="1" dirty="0"/>
              <a:t>SUGGESTION : </a:t>
            </a:r>
            <a:r>
              <a:rPr lang="en-IN" sz="2000" dirty="0"/>
              <a:t>We have done a lot of efforts to stop bearing failure and almost succeed. I want to suggest that when a machine is loaded from our factory, at that time, x and y axis are separately locked by fixture plate because the motor is in the servo lock and the axis is free at the time of transportation and any movement at that time directly affects the mechanical portion of the machine. Due to this, the bearing may be damaged </a:t>
            </a:r>
            <a:endParaRPr lang="en-IN" sz="2000" b="1" i="1" dirty="0"/>
          </a:p>
        </p:txBody>
      </p:sp>
    </p:spTree>
    <p:extLst>
      <p:ext uri="{BB962C8B-B14F-4D97-AF65-F5344CB8AC3E}">
        <p14:creationId xmlns:p14="http://schemas.microsoft.com/office/powerpoint/2010/main" val="32048380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762B07-80E7-288E-3553-4E311D18A66E}"/>
            </a:ext>
          </a:extLst>
        </p:cNvPr>
        <p:cNvGrpSpPr/>
        <p:nvPr/>
      </p:nvGrpSpPr>
      <p:grpSpPr>
        <a:xfrm>
          <a:off x="0" y="0"/>
          <a:ext cx="0" cy="0"/>
          <a:chOff x="0" y="0"/>
          <a:chExt cx="0" cy="0"/>
        </a:xfrm>
      </p:grpSpPr>
      <p:sp>
        <p:nvSpPr>
          <p:cNvPr id="2" name="Text Placeholder 3">
            <a:extLst>
              <a:ext uri="{FF2B5EF4-FFF2-40B4-BE49-F238E27FC236}">
                <a16:creationId xmlns:a16="http://schemas.microsoft.com/office/drawing/2014/main" id="{5D517EF5-0B36-83DB-0204-42BC9DD8CDD2}"/>
              </a:ext>
            </a:extLst>
          </p:cNvPr>
          <p:cNvSpPr txBox="1">
            <a:spLocks/>
          </p:cNvSpPr>
          <p:nvPr/>
        </p:nvSpPr>
        <p:spPr>
          <a:xfrm>
            <a:off x="953601" y="600522"/>
            <a:ext cx="5142399" cy="5846931"/>
          </a:xfrm>
          <a:prstGeom prst="rect">
            <a:avLst/>
          </a:prstGeom>
        </p:spPr>
        <p:txBody>
          <a:bodyPr/>
          <a:lstStyle>
            <a:lvl1pPr marL="0" indent="0" algn="l" defTabSz="914400" rtl="0" eaLnBrk="1" latinLnBrk="0" hangingPunct="1">
              <a:lnSpc>
                <a:spcPct val="90000"/>
              </a:lnSpc>
              <a:spcBef>
                <a:spcPts val="1000"/>
              </a:spcBef>
              <a:buFontTx/>
              <a:buNone/>
              <a:defRPr sz="1800" i="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2400" i="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2000" i="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800" i="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800" 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200" b="1" dirty="0"/>
              <a:t>PROBLEM : Lubrication Unit mounting problem</a:t>
            </a:r>
          </a:p>
          <a:p>
            <a:r>
              <a:rPr lang="en-IN" sz="2200" dirty="0"/>
              <a:t>Due to the taper present in the guarding below the lubrication unit, we are facing problem in taking out the tank. Also, the lesser space between lubrication unit and FRL unit creates </a:t>
            </a:r>
            <a:r>
              <a:rPr lang="en-IN" sz="2200" dirty="0" err="1"/>
              <a:t>prolem</a:t>
            </a:r>
            <a:r>
              <a:rPr lang="en-IN" sz="2200" dirty="0"/>
              <a:t> in opening the screws </a:t>
            </a:r>
          </a:p>
          <a:p>
            <a:endParaRPr lang="en-IN" sz="2200" dirty="0"/>
          </a:p>
          <a:p>
            <a:r>
              <a:rPr lang="en-IN" sz="2200" b="1" dirty="0"/>
              <a:t>SUGGESTION : </a:t>
            </a:r>
            <a:r>
              <a:rPr lang="en-IN" sz="2200" dirty="0"/>
              <a:t>Increase the distance between the lubrication unit and the FRL unit and also make the guarding below the lubrication unit </a:t>
            </a:r>
            <a:r>
              <a:rPr lang="en-IN" sz="2200" dirty="0" err="1"/>
              <a:t>flat.s</a:t>
            </a:r>
            <a:endParaRPr lang="en-IN" sz="2200" b="1" dirty="0"/>
          </a:p>
        </p:txBody>
      </p:sp>
      <p:pic>
        <p:nvPicPr>
          <p:cNvPr id="6" name="Picture 5">
            <a:extLst>
              <a:ext uri="{FF2B5EF4-FFF2-40B4-BE49-F238E27FC236}">
                <a16:creationId xmlns:a16="http://schemas.microsoft.com/office/drawing/2014/main" id="{A07F7B29-71A4-2D86-4379-D2592AD639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67331" y="527271"/>
            <a:ext cx="4627595" cy="5612272"/>
          </a:xfrm>
          <a:prstGeom prst="rect">
            <a:avLst/>
          </a:prstGeom>
        </p:spPr>
      </p:pic>
    </p:spTree>
    <p:extLst>
      <p:ext uri="{BB962C8B-B14F-4D97-AF65-F5344CB8AC3E}">
        <p14:creationId xmlns:p14="http://schemas.microsoft.com/office/powerpoint/2010/main" val="406786883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3">
            <a:extLst>
              <a:ext uri="{FF2B5EF4-FFF2-40B4-BE49-F238E27FC236}">
                <a16:creationId xmlns:a16="http://schemas.microsoft.com/office/drawing/2014/main" id="{86C0B831-C099-91F8-5A64-E50933FEFF48}"/>
              </a:ext>
            </a:extLst>
          </p:cNvPr>
          <p:cNvSpPr txBox="1">
            <a:spLocks/>
          </p:cNvSpPr>
          <p:nvPr/>
        </p:nvSpPr>
        <p:spPr>
          <a:xfrm>
            <a:off x="1675168" y="591191"/>
            <a:ext cx="9067477" cy="1853429"/>
          </a:xfrm>
          <a:prstGeom prst="rect">
            <a:avLst/>
          </a:prstGeom>
        </p:spPr>
        <p:txBody>
          <a:bodyPr/>
          <a:lstStyle>
            <a:lvl1pPr marL="0" indent="0" algn="l" defTabSz="914400" rtl="0" eaLnBrk="1" latinLnBrk="0" hangingPunct="1">
              <a:lnSpc>
                <a:spcPct val="90000"/>
              </a:lnSpc>
              <a:spcBef>
                <a:spcPts val="1000"/>
              </a:spcBef>
              <a:buFontTx/>
              <a:buNone/>
              <a:defRPr sz="1800" i="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2400" i="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2000" i="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800" i="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800" 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000" b="1" dirty="0"/>
              <a:t>PROBLEM : Spindle Heating problem</a:t>
            </a:r>
          </a:p>
          <a:p>
            <a:r>
              <a:rPr lang="en-IN" sz="2000" dirty="0"/>
              <a:t>In the models above CVM 1050, roughing program takes too much time because of the large dyes running on them. Due to this continuous operation on the spindle, it gets heated.</a:t>
            </a:r>
          </a:p>
          <a:p>
            <a:r>
              <a:rPr lang="en-IN" sz="2000" b="1" dirty="0"/>
              <a:t>SUGGESTION : </a:t>
            </a:r>
            <a:r>
              <a:rPr lang="en-IN" sz="2000" dirty="0"/>
              <a:t>Spindle oil cooler should be made compulsory for big machines</a:t>
            </a:r>
            <a:endParaRPr lang="en-IN" sz="2000" b="1" dirty="0"/>
          </a:p>
        </p:txBody>
      </p:sp>
      <p:sp>
        <p:nvSpPr>
          <p:cNvPr id="4" name="Text Placeholder 3">
            <a:extLst>
              <a:ext uri="{FF2B5EF4-FFF2-40B4-BE49-F238E27FC236}">
                <a16:creationId xmlns:a16="http://schemas.microsoft.com/office/drawing/2014/main" id="{FBBCA36B-B3E7-387C-A2D2-D3FFADD05324}"/>
              </a:ext>
            </a:extLst>
          </p:cNvPr>
          <p:cNvSpPr txBox="1">
            <a:spLocks/>
          </p:cNvSpPr>
          <p:nvPr/>
        </p:nvSpPr>
        <p:spPr>
          <a:xfrm>
            <a:off x="1675168" y="2997983"/>
            <a:ext cx="8720365" cy="5846931"/>
          </a:xfrm>
          <a:prstGeom prst="rect">
            <a:avLst/>
          </a:prstGeom>
        </p:spPr>
        <p:txBody>
          <a:bodyPr/>
          <a:lstStyle>
            <a:lvl1pPr marL="0" indent="0" algn="l" defTabSz="914400" rtl="0" eaLnBrk="1" latinLnBrk="0" hangingPunct="1">
              <a:lnSpc>
                <a:spcPct val="90000"/>
              </a:lnSpc>
              <a:spcBef>
                <a:spcPts val="1000"/>
              </a:spcBef>
              <a:buFontTx/>
              <a:buNone/>
              <a:defRPr sz="1800" i="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2400" i="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2000" i="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800" i="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800" 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000" b="1" dirty="0"/>
              <a:t>PROBLEM : Spindle Noise problem</a:t>
            </a:r>
          </a:p>
          <a:p>
            <a:r>
              <a:rPr lang="en-IN" sz="2000" dirty="0"/>
              <a:t>When operating at high rpm, the spindle makes noise during start and stop.</a:t>
            </a:r>
          </a:p>
        </p:txBody>
      </p:sp>
      <p:sp>
        <p:nvSpPr>
          <p:cNvPr id="5" name="Text Placeholder 3">
            <a:extLst>
              <a:ext uri="{FF2B5EF4-FFF2-40B4-BE49-F238E27FC236}">
                <a16:creationId xmlns:a16="http://schemas.microsoft.com/office/drawing/2014/main" id="{BB925B89-3CA6-132F-CF22-701D690696EF}"/>
              </a:ext>
            </a:extLst>
          </p:cNvPr>
          <p:cNvSpPr txBox="1">
            <a:spLocks/>
          </p:cNvSpPr>
          <p:nvPr/>
        </p:nvSpPr>
        <p:spPr>
          <a:xfrm>
            <a:off x="1675168" y="4480123"/>
            <a:ext cx="9950775" cy="5846931"/>
          </a:xfrm>
          <a:prstGeom prst="rect">
            <a:avLst/>
          </a:prstGeom>
        </p:spPr>
        <p:txBody>
          <a:bodyPr/>
          <a:lstStyle>
            <a:lvl1pPr marL="0" indent="0" algn="l" defTabSz="914400" rtl="0" eaLnBrk="1" latinLnBrk="0" hangingPunct="1">
              <a:lnSpc>
                <a:spcPct val="90000"/>
              </a:lnSpc>
              <a:spcBef>
                <a:spcPts val="1000"/>
              </a:spcBef>
              <a:buFontTx/>
              <a:buNone/>
              <a:defRPr sz="1800" i="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2400" i="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2000" i="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800" i="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800" 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000" b="1" dirty="0"/>
              <a:t>PROBLEM : Coolant entering in X axis motor</a:t>
            </a:r>
          </a:p>
          <a:p>
            <a:r>
              <a:rPr lang="en-IN" sz="2000" dirty="0"/>
              <a:t>In the model CVM 1680, motor coupling chamber do not have drain hole due to which the coolant is collected and moves into the motor through the motor shaft</a:t>
            </a:r>
          </a:p>
          <a:p>
            <a:r>
              <a:rPr lang="en-IN" sz="2000" b="1" dirty="0"/>
              <a:t>SUGGESTION : </a:t>
            </a:r>
            <a:r>
              <a:rPr lang="en-IN" sz="2000" dirty="0"/>
              <a:t>Need to check the drain hole and increase the size of drain hole</a:t>
            </a:r>
            <a:endParaRPr lang="en-IN" sz="2000" b="1" dirty="0"/>
          </a:p>
        </p:txBody>
      </p:sp>
    </p:spTree>
    <p:extLst>
      <p:ext uri="{BB962C8B-B14F-4D97-AF65-F5344CB8AC3E}">
        <p14:creationId xmlns:p14="http://schemas.microsoft.com/office/powerpoint/2010/main" val="22004744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3">
            <a:extLst>
              <a:ext uri="{FF2B5EF4-FFF2-40B4-BE49-F238E27FC236}">
                <a16:creationId xmlns:a16="http://schemas.microsoft.com/office/drawing/2014/main" id="{7E2EF606-999C-4195-5D5A-0F8B85A3009E}"/>
              </a:ext>
            </a:extLst>
          </p:cNvPr>
          <p:cNvSpPr txBox="1">
            <a:spLocks/>
          </p:cNvSpPr>
          <p:nvPr/>
        </p:nvSpPr>
        <p:spPr>
          <a:xfrm>
            <a:off x="953602" y="600522"/>
            <a:ext cx="9375386" cy="2189331"/>
          </a:xfrm>
          <a:prstGeom prst="rect">
            <a:avLst/>
          </a:prstGeom>
        </p:spPr>
        <p:txBody>
          <a:bodyPr/>
          <a:lstStyle>
            <a:lvl1pPr marL="0" indent="0" algn="l" defTabSz="914400" rtl="0" eaLnBrk="1" latinLnBrk="0" hangingPunct="1">
              <a:lnSpc>
                <a:spcPct val="90000"/>
              </a:lnSpc>
              <a:spcBef>
                <a:spcPts val="1000"/>
              </a:spcBef>
              <a:buFontTx/>
              <a:buNone/>
              <a:defRPr sz="1800" i="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2400" i="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2000" i="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800" i="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800" 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000" b="1" dirty="0"/>
              <a:t>PROBLEM : Issue in changing NC unit cables and drive</a:t>
            </a:r>
          </a:p>
          <a:p>
            <a:r>
              <a:rPr lang="en-IN" sz="2000" dirty="0"/>
              <a:t>Drive is installed in the left corner of electrical panel and the gate of electrical panel opens right to left. Most of the customers do not have space on the back side of machine. So it is hard to open the mounting screw of drive and pass the cables of NC unit through the hole</a:t>
            </a:r>
          </a:p>
          <a:p>
            <a:r>
              <a:rPr lang="en-IN" sz="2000" b="1" dirty="0"/>
              <a:t>SUGGESTION : </a:t>
            </a:r>
            <a:r>
              <a:rPr lang="en-IN" sz="2000" dirty="0"/>
              <a:t>Install the drive in the right corner of electrical panel for all models of CVM</a:t>
            </a:r>
            <a:endParaRPr lang="en-IN" sz="2000" b="1" dirty="0"/>
          </a:p>
        </p:txBody>
      </p:sp>
      <p:pic>
        <p:nvPicPr>
          <p:cNvPr id="7" name="Picture 6">
            <a:extLst>
              <a:ext uri="{FF2B5EF4-FFF2-40B4-BE49-F238E27FC236}">
                <a16:creationId xmlns:a16="http://schemas.microsoft.com/office/drawing/2014/main" id="{05C0E357-8E94-BEDF-91F1-26683912A4E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6756854" y="2789853"/>
            <a:ext cx="5035237" cy="3788229"/>
          </a:xfrm>
          <a:prstGeom prst="rect">
            <a:avLst/>
          </a:prstGeom>
        </p:spPr>
      </p:pic>
      <p:pic>
        <p:nvPicPr>
          <p:cNvPr id="9" name="Picture 8">
            <a:extLst>
              <a:ext uri="{FF2B5EF4-FFF2-40B4-BE49-F238E27FC236}">
                <a16:creationId xmlns:a16="http://schemas.microsoft.com/office/drawing/2014/main" id="{A44977BF-BE16-F16A-9133-64FBB8B9E6F2}"/>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967851" y="2789853"/>
            <a:ext cx="5128149" cy="3858130"/>
          </a:xfrm>
          <a:prstGeom prst="rect">
            <a:avLst/>
          </a:prstGeom>
        </p:spPr>
      </p:pic>
    </p:spTree>
    <p:extLst>
      <p:ext uri="{BB962C8B-B14F-4D97-AF65-F5344CB8AC3E}">
        <p14:creationId xmlns:p14="http://schemas.microsoft.com/office/powerpoint/2010/main" val="209408346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3">
            <a:extLst>
              <a:ext uri="{FF2B5EF4-FFF2-40B4-BE49-F238E27FC236}">
                <a16:creationId xmlns:a16="http://schemas.microsoft.com/office/drawing/2014/main" id="{D0039D60-3053-C479-83D4-70F42AB1325F}"/>
              </a:ext>
            </a:extLst>
          </p:cNvPr>
          <p:cNvSpPr txBox="1">
            <a:spLocks/>
          </p:cNvSpPr>
          <p:nvPr/>
        </p:nvSpPr>
        <p:spPr>
          <a:xfrm>
            <a:off x="1665838" y="385919"/>
            <a:ext cx="7555917" cy="1442882"/>
          </a:xfrm>
          <a:prstGeom prst="rect">
            <a:avLst/>
          </a:prstGeom>
        </p:spPr>
        <p:txBody>
          <a:bodyPr/>
          <a:lstStyle>
            <a:lvl1pPr marL="0" indent="0" algn="l" defTabSz="914400" rtl="0" eaLnBrk="1" latinLnBrk="0" hangingPunct="1">
              <a:lnSpc>
                <a:spcPct val="90000"/>
              </a:lnSpc>
              <a:spcBef>
                <a:spcPts val="1000"/>
              </a:spcBef>
              <a:buFontTx/>
              <a:buNone/>
              <a:defRPr sz="1800" i="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2400" i="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2000" i="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800" i="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800" 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000" b="1" dirty="0"/>
              <a:t>PROBLEM : Door movement tight issue</a:t>
            </a:r>
          </a:p>
          <a:p>
            <a:r>
              <a:rPr lang="en-IN" sz="2000" dirty="0"/>
              <a:t>Due to the use of plastic roller, it wears out and get damaged due to which its movement becomes hard</a:t>
            </a:r>
          </a:p>
          <a:p>
            <a:r>
              <a:rPr lang="en-IN" sz="2000" b="1" dirty="0"/>
              <a:t>SUGGESTION : </a:t>
            </a:r>
            <a:r>
              <a:rPr lang="en-IN" sz="2000" dirty="0"/>
              <a:t>Use metal roller instead of plastic roller</a:t>
            </a:r>
            <a:endParaRPr lang="en-IN" sz="2000" b="1" dirty="0"/>
          </a:p>
        </p:txBody>
      </p:sp>
      <p:sp>
        <p:nvSpPr>
          <p:cNvPr id="8" name="Text Placeholder 3">
            <a:extLst>
              <a:ext uri="{FF2B5EF4-FFF2-40B4-BE49-F238E27FC236}">
                <a16:creationId xmlns:a16="http://schemas.microsoft.com/office/drawing/2014/main" id="{88911324-C0ED-BCEF-AB62-8E47622BC7B5}"/>
              </a:ext>
            </a:extLst>
          </p:cNvPr>
          <p:cNvSpPr txBox="1">
            <a:spLocks/>
          </p:cNvSpPr>
          <p:nvPr/>
        </p:nvSpPr>
        <p:spPr>
          <a:xfrm>
            <a:off x="1665838" y="2455633"/>
            <a:ext cx="7555917" cy="1442882"/>
          </a:xfrm>
          <a:prstGeom prst="rect">
            <a:avLst/>
          </a:prstGeom>
        </p:spPr>
        <p:txBody>
          <a:bodyPr/>
          <a:lstStyle>
            <a:lvl1pPr marL="0" indent="0" algn="l" defTabSz="914400" rtl="0" eaLnBrk="1" latinLnBrk="0" hangingPunct="1">
              <a:lnSpc>
                <a:spcPct val="90000"/>
              </a:lnSpc>
              <a:spcBef>
                <a:spcPts val="1000"/>
              </a:spcBef>
              <a:buFontTx/>
              <a:buNone/>
              <a:defRPr sz="1800" i="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2400" i="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2000" i="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800" i="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800" 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000" b="1" dirty="0"/>
              <a:t>PROBLEM : Loose nuts of Cosmos display on spindle head</a:t>
            </a:r>
          </a:p>
          <a:p>
            <a:r>
              <a:rPr lang="en-IN" sz="2000" dirty="0"/>
              <a:t>The nuts of the cosmos display present on spindle head opens due to vibration</a:t>
            </a:r>
          </a:p>
          <a:p>
            <a:r>
              <a:rPr lang="en-IN" sz="2000" b="1" dirty="0"/>
              <a:t>SUGGESTION : </a:t>
            </a:r>
            <a:r>
              <a:rPr lang="en-IN" sz="2000" dirty="0"/>
              <a:t>Use fixit on nuts</a:t>
            </a:r>
            <a:endParaRPr lang="en-IN" sz="2000" b="1" dirty="0"/>
          </a:p>
        </p:txBody>
      </p:sp>
      <p:sp>
        <p:nvSpPr>
          <p:cNvPr id="10" name="Text Placeholder 3">
            <a:extLst>
              <a:ext uri="{FF2B5EF4-FFF2-40B4-BE49-F238E27FC236}">
                <a16:creationId xmlns:a16="http://schemas.microsoft.com/office/drawing/2014/main" id="{A19B3F87-26E5-22E1-2E9F-676BDCAACB23}"/>
              </a:ext>
            </a:extLst>
          </p:cNvPr>
          <p:cNvSpPr txBox="1">
            <a:spLocks/>
          </p:cNvSpPr>
          <p:nvPr/>
        </p:nvSpPr>
        <p:spPr>
          <a:xfrm>
            <a:off x="1665838" y="4525347"/>
            <a:ext cx="7555917" cy="1442882"/>
          </a:xfrm>
          <a:prstGeom prst="rect">
            <a:avLst/>
          </a:prstGeom>
        </p:spPr>
        <p:txBody>
          <a:bodyPr/>
          <a:lstStyle>
            <a:lvl1pPr marL="0" indent="0" algn="l" defTabSz="914400" rtl="0" eaLnBrk="1" latinLnBrk="0" hangingPunct="1">
              <a:lnSpc>
                <a:spcPct val="90000"/>
              </a:lnSpc>
              <a:spcBef>
                <a:spcPts val="1000"/>
              </a:spcBef>
              <a:buFontTx/>
              <a:buNone/>
              <a:defRPr sz="1800" i="1" kern="1200">
                <a:solidFill>
                  <a:schemeClr val="tx1"/>
                </a:solidFill>
                <a:latin typeface="+mn-lt"/>
                <a:ea typeface="+mn-ea"/>
                <a:cs typeface="+mn-cs"/>
              </a:defRPr>
            </a:lvl1pPr>
            <a:lvl2pPr marL="457200" indent="0" algn="l" defTabSz="914400" rtl="0" eaLnBrk="1" latinLnBrk="0" hangingPunct="1">
              <a:lnSpc>
                <a:spcPct val="90000"/>
              </a:lnSpc>
              <a:spcBef>
                <a:spcPts val="500"/>
              </a:spcBef>
              <a:buFontTx/>
              <a:buNone/>
              <a:defRPr sz="2400" i="1" kern="1200">
                <a:solidFill>
                  <a:schemeClr val="tx1"/>
                </a:solidFill>
                <a:latin typeface="+mn-lt"/>
                <a:ea typeface="+mn-ea"/>
                <a:cs typeface="+mn-cs"/>
              </a:defRPr>
            </a:lvl2pPr>
            <a:lvl3pPr marL="914400" indent="0" algn="l" defTabSz="914400" rtl="0" eaLnBrk="1" latinLnBrk="0" hangingPunct="1">
              <a:lnSpc>
                <a:spcPct val="90000"/>
              </a:lnSpc>
              <a:spcBef>
                <a:spcPts val="500"/>
              </a:spcBef>
              <a:buFontTx/>
              <a:buNone/>
              <a:defRPr sz="2000" i="1"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Tx/>
              <a:buNone/>
              <a:defRPr sz="1800" i="1"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Tx/>
              <a:buNone/>
              <a:defRPr sz="1800" i="1"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sz="2000" b="1" dirty="0"/>
              <a:t>PROBLEM : Part marking issue</a:t>
            </a:r>
          </a:p>
          <a:p>
            <a:r>
              <a:rPr lang="en-IN" sz="2000" dirty="0"/>
              <a:t>Every spindle oil cooler have inlet and outlet pipe there is no marking on them </a:t>
            </a:r>
          </a:p>
          <a:p>
            <a:r>
              <a:rPr lang="en-IN" sz="2000" b="1" dirty="0"/>
              <a:t>SUGGESTION : </a:t>
            </a:r>
            <a:r>
              <a:rPr lang="en-IN" sz="2000" dirty="0"/>
              <a:t>Please mark them</a:t>
            </a:r>
            <a:endParaRPr lang="en-IN" sz="2000" b="1" dirty="0"/>
          </a:p>
        </p:txBody>
      </p:sp>
    </p:spTree>
    <p:extLst>
      <p:ext uri="{BB962C8B-B14F-4D97-AF65-F5344CB8AC3E}">
        <p14:creationId xmlns:p14="http://schemas.microsoft.com/office/powerpoint/2010/main" val="11689681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5917BB5-12EF-E5B0-3065-8BAF399ED9C5}"/>
              </a:ext>
            </a:extLst>
          </p:cNvPr>
          <p:cNvSpPr txBox="1"/>
          <p:nvPr/>
        </p:nvSpPr>
        <p:spPr>
          <a:xfrm>
            <a:off x="793102" y="438538"/>
            <a:ext cx="4497355" cy="707886"/>
          </a:xfrm>
          <a:prstGeom prst="rect">
            <a:avLst/>
          </a:prstGeom>
          <a:noFill/>
        </p:spPr>
        <p:txBody>
          <a:bodyPr wrap="square" rtlCol="0">
            <a:spAutoFit/>
          </a:bodyPr>
          <a:lstStyle/>
          <a:p>
            <a:r>
              <a:rPr lang="en-IN" sz="4000" b="1" i="1" u="sng" dirty="0"/>
              <a:t>POTENTIAL INPUTS</a:t>
            </a:r>
          </a:p>
        </p:txBody>
      </p:sp>
      <p:sp>
        <p:nvSpPr>
          <p:cNvPr id="3" name="TextBox 2">
            <a:extLst>
              <a:ext uri="{FF2B5EF4-FFF2-40B4-BE49-F238E27FC236}">
                <a16:creationId xmlns:a16="http://schemas.microsoft.com/office/drawing/2014/main" id="{FB8C25FA-4C6A-2DD1-B85C-70A33695EEB1}"/>
              </a:ext>
            </a:extLst>
          </p:cNvPr>
          <p:cNvSpPr txBox="1"/>
          <p:nvPr/>
        </p:nvSpPr>
        <p:spPr>
          <a:xfrm>
            <a:off x="793102" y="1530220"/>
            <a:ext cx="10860833" cy="4493538"/>
          </a:xfrm>
          <a:prstGeom prst="rect">
            <a:avLst/>
          </a:prstGeom>
          <a:noFill/>
        </p:spPr>
        <p:txBody>
          <a:bodyPr wrap="square" rtlCol="0">
            <a:spAutoFit/>
          </a:bodyPr>
          <a:lstStyle/>
          <a:p>
            <a:pPr marL="285750" indent="-285750">
              <a:buFont typeface="Wingdings" panose="05000000000000000000" pitchFamily="2" charset="2"/>
              <a:buChar char="q"/>
            </a:pPr>
            <a:r>
              <a:rPr lang="en-IN" sz="2200" dirty="0"/>
              <a:t>The description present on the spindle belt is removed due dusting and running of the machine. Please put a sticker of belt description in the electrical panel</a:t>
            </a:r>
          </a:p>
          <a:p>
            <a:endParaRPr lang="en-IN" sz="2200" dirty="0"/>
          </a:p>
          <a:p>
            <a:pPr marL="285750" indent="-285750">
              <a:buFont typeface="Wingdings" panose="05000000000000000000" pitchFamily="2" charset="2"/>
              <a:buChar char="q"/>
            </a:pPr>
            <a:r>
              <a:rPr lang="en-IN" sz="2200" dirty="0"/>
              <a:t>Also put ATC sensor and spindle orientation sensor details sticker in the electrical panel</a:t>
            </a:r>
          </a:p>
          <a:p>
            <a:endParaRPr lang="en-IN" sz="2200" dirty="0"/>
          </a:p>
          <a:p>
            <a:pPr marL="285750" indent="-285750">
              <a:buFont typeface="Wingdings" panose="05000000000000000000" pitchFamily="2" charset="2"/>
              <a:buChar char="q"/>
            </a:pPr>
            <a:r>
              <a:rPr lang="en-IN" sz="2200" dirty="0"/>
              <a:t>Give mpg functioning on mop with enable and disable by plc switch, in case of mpg not working</a:t>
            </a:r>
          </a:p>
          <a:p>
            <a:endParaRPr lang="en-IN" sz="2200" dirty="0"/>
          </a:p>
          <a:p>
            <a:pPr marL="285750" indent="-285750">
              <a:buFont typeface="Wingdings" panose="05000000000000000000" pitchFamily="2" charset="2"/>
              <a:buChar char="q"/>
            </a:pPr>
            <a:r>
              <a:rPr lang="en-IN" sz="2200" dirty="0" err="1"/>
              <a:t>Zenez</a:t>
            </a:r>
            <a:r>
              <a:rPr lang="en-IN" sz="2200" dirty="0"/>
              <a:t> training given by the application engineer to all the customers should be made compulsory</a:t>
            </a:r>
          </a:p>
          <a:p>
            <a:pPr marL="285750" indent="-285750">
              <a:buFont typeface="Wingdings" panose="05000000000000000000" pitchFamily="2" charset="2"/>
              <a:buChar char="q"/>
            </a:pPr>
            <a:endParaRPr lang="en-IN" sz="2200" dirty="0"/>
          </a:p>
          <a:p>
            <a:pPr marL="285750" indent="-285750">
              <a:buFont typeface="Wingdings" panose="05000000000000000000" pitchFamily="2" charset="2"/>
              <a:buChar char="q"/>
            </a:pPr>
            <a:r>
              <a:rPr lang="en-IN" sz="2200" dirty="0"/>
              <a:t>Machine Vibration can be stopped if use iron angles in the guarding and give support from below (like Kingston Machine)</a:t>
            </a:r>
          </a:p>
        </p:txBody>
      </p:sp>
    </p:spTree>
    <p:extLst>
      <p:ext uri="{BB962C8B-B14F-4D97-AF65-F5344CB8AC3E}">
        <p14:creationId xmlns:p14="http://schemas.microsoft.com/office/powerpoint/2010/main" val="36763893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400935-1780-6176-9E78-B4AD53019B7A}"/>
              </a:ext>
            </a:extLst>
          </p:cNvPr>
          <p:cNvSpPr txBox="1"/>
          <p:nvPr/>
        </p:nvSpPr>
        <p:spPr>
          <a:xfrm>
            <a:off x="933061" y="774440"/>
            <a:ext cx="8341568" cy="630942"/>
          </a:xfrm>
          <a:prstGeom prst="rect">
            <a:avLst/>
          </a:prstGeom>
          <a:noFill/>
        </p:spPr>
        <p:txBody>
          <a:bodyPr wrap="square" rtlCol="0">
            <a:spAutoFit/>
          </a:bodyPr>
          <a:lstStyle/>
          <a:p>
            <a:r>
              <a:rPr lang="en-IN" sz="3500" b="1" i="1" u="sng" dirty="0"/>
              <a:t>RESOURCES ADDED FOR DELHI AREA C</a:t>
            </a:r>
          </a:p>
        </p:txBody>
      </p:sp>
      <p:sp>
        <p:nvSpPr>
          <p:cNvPr id="3" name="TextBox 2">
            <a:extLst>
              <a:ext uri="{FF2B5EF4-FFF2-40B4-BE49-F238E27FC236}">
                <a16:creationId xmlns:a16="http://schemas.microsoft.com/office/drawing/2014/main" id="{0FBCF9BF-1FD7-6CA7-D0FB-38ABCB7C6994}"/>
              </a:ext>
            </a:extLst>
          </p:cNvPr>
          <p:cNvSpPr txBox="1"/>
          <p:nvPr/>
        </p:nvSpPr>
        <p:spPr>
          <a:xfrm>
            <a:off x="1054359" y="1894114"/>
            <a:ext cx="6671388" cy="1661993"/>
          </a:xfrm>
          <a:prstGeom prst="rect">
            <a:avLst/>
          </a:prstGeom>
          <a:noFill/>
        </p:spPr>
        <p:txBody>
          <a:bodyPr wrap="square" rtlCol="0">
            <a:spAutoFit/>
          </a:bodyPr>
          <a:lstStyle/>
          <a:p>
            <a:pPr marL="285750" indent="-285750">
              <a:buFont typeface="Wingdings" panose="05000000000000000000" pitchFamily="2" charset="2"/>
              <a:buChar char="q"/>
            </a:pPr>
            <a:r>
              <a:rPr lang="en-IN" sz="2200" dirty="0"/>
              <a:t>One trainee mechanical engineer required</a:t>
            </a:r>
          </a:p>
          <a:p>
            <a:endParaRPr lang="en-IN" sz="2200" dirty="0"/>
          </a:p>
          <a:p>
            <a:pPr marL="285750" indent="-285750">
              <a:buFont typeface="Wingdings" panose="05000000000000000000" pitchFamily="2" charset="2"/>
              <a:buChar char="q"/>
            </a:pPr>
            <a:r>
              <a:rPr lang="en-IN" sz="2200" dirty="0"/>
              <a:t>Machine Geometrical Kit required</a:t>
            </a:r>
          </a:p>
          <a:p>
            <a:endParaRPr lang="en-IN" dirty="0"/>
          </a:p>
          <a:p>
            <a:endParaRPr lang="en-IN" dirty="0"/>
          </a:p>
        </p:txBody>
      </p:sp>
    </p:spTree>
    <p:extLst>
      <p:ext uri="{BB962C8B-B14F-4D97-AF65-F5344CB8AC3E}">
        <p14:creationId xmlns:p14="http://schemas.microsoft.com/office/powerpoint/2010/main" val="16872282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53135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Custom 1">
      <a:majorFont>
        <a:latin typeface="Saira SemiBold"/>
        <a:ea typeface=""/>
        <a:cs typeface=""/>
      </a:majorFont>
      <a:minorFont>
        <a:latin typeface="Sair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10266</TotalTime>
  <Words>679</Words>
  <Application>Microsoft Office PowerPoint</Application>
  <PresentationFormat>Widescreen</PresentationFormat>
  <Paragraphs>51</Paragraphs>
  <Slides>10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Arial</vt:lpstr>
      <vt:lpstr>Saira SemiBold</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Windows User</dc:creator>
  <cp:lastModifiedBy>Kaushal Sindhu</cp:lastModifiedBy>
  <cp:revision>19</cp:revision>
  <dcterms:created xsi:type="dcterms:W3CDTF">2024-11-08T11:05:19Z</dcterms:created>
  <dcterms:modified xsi:type="dcterms:W3CDTF">2025-10-10T16:14:04Z</dcterms:modified>
</cp:coreProperties>
</file>